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560e7f468a4efd" /><Relationship Type="http://schemas.openxmlformats.org/officeDocument/2006/relationships/extended-properties" Target="/docProps/app.xml" Id="R040b83bcc02541bb" /><Relationship Type="http://schemas.openxmlformats.org/officeDocument/2006/relationships/officeDocument" Target="/ppt/presentation.xml" Id="Rffcb465ab79e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2120b42d04f3d"/>
  </p:sldMasterIdLst>
  <p:notesMasterIdLst>
    <p:notesMasterId xmlns:r="http://schemas.openxmlformats.org/officeDocument/2006/relationships" r:id="Rc2241e0739584c57"/>
  </p:notesMasterIdLst>
  <p:sldIdLst>
    <p:sldId xmlns:r="http://schemas.openxmlformats.org/officeDocument/2006/relationships" id="256" r:id="Rdb5a51c058344f37"/>
    <p:sldId xmlns:r="http://schemas.openxmlformats.org/officeDocument/2006/relationships" id="257" r:id="R03931a0c529b4888"/>
    <p:sldId xmlns:r="http://schemas.openxmlformats.org/officeDocument/2006/relationships" id="258" r:id="R78e13bb9d4624a1b"/>
    <p:sldId xmlns:r="http://schemas.openxmlformats.org/officeDocument/2006/relationships" id="259" r:id="R9eb9c788a4554b92"/>
    <p:sldId xmlns:r="http://schemas.openxmlformats.org/officeDocument/2006/relationships" id="260" r:id="Rd5349986e1584723"/>
    <p:sldId xmlns:r="http://schemas.openxmlformats.org/officeDocument/2006/relationships" id="261" r:id="Rc522656fb3c249cb"/>
    <p:sldId xmlns:r="http://schemas.openxmlformats.org/officeDocument/2006/relationships" id="262" r:id="R2d320160d57a464e"/>
    <p:sldId xmlns:r="http://schemas.openxmlformats.org/officeDocument/2006/relationships" id="263" r:id="Rec4005165971425b"/>
    <p:sldId xmlns:r="http://schemas.openxmlformats.org/officeDocument/2006/relationships" id="264" r:id="R743fb6bd61d246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4584c5f0ed4a04" /><Relationship Type="http://schemas.openxmlformats.org/officeDocument/2006/relationships/slideMaster" Target="/ppt/slideMasters/slideMaster1.xml" Id="Rc5b2120b42d04f3d" /><Relationship Type="http://schemas.openxmlformats.org/officeDocument/2006/relationships/notesMaster" Target="/ppt/notesMasters/notesMaster1.xml" Id="Rc2241e0739584c57" /><Relationship Type="http://schemas.openxmlformats.org/officeDocument/2006/relationships/presProps" Target="/ppt/presProps.xml" Id="Ra5e7b292b9394580" /><Relationship Type="http://schemas.openxmlformats.org/officeDocument/2006/relationships/tableStyles" Target="/ppt/tableStyles.xml" Id="Rbc6b0438fa744c67" /><Relationship Type="http://schemas.openxmlformats.org/officeDocument/2006/relationships/slide" Target="/ppt/slides/slide1.xml" Id="Rdb5a51c058344f37" /><Relationship Type="http://schemas.openxmlformats.org/officeDocument/2006/relationships/slide" Target="/ppt/slides/slide2.xml" Id="R03931a0c529b4888" /><Relationship Type="http://schemas.openxmlformats.org/officeDocument/2006/relationships/slide" Target="/ppt/slides/slide3.xml" Id="R78e13bb9d4624a1b" /><Relationship Type="http://schemas.openxmlformats.org/officeDocument/2006/relationships/slide" Target="/ppt/slides/slide4.xml" Id="R9eb9c788a4554b92" /><Relationship Type="http://schemas.openxmlformats.org/officeDocument/2006/relationships/slide" Target="/ppt/slides/slide5.xml" Id="Rd5349986e1584723" /><Relationship Type="http://schemas.openxmlformats.org/officeDocument/2006/relationships/slide" Target="/ppt/slides/slide6.xml" Id="Rc522656fb3c249cb" /><Relationship Type="http://schemas.openxmlformats.org/officeDocument/2006/relationships/slide" Target="/ppt/slides/slide7.xml" Id="R2d320160d57a464e" /><Relationship Type="http://schemas.openxmlformats.org/officeDocument/2006/relationships/slide" Target="/ppt/slides/slide8.xml" Id="Rec4005165971425b" /><Relationship Type="http://schemas.openxmlformats.org/officeDocument/2006/relationships/slide" Target="/ppt/slides/slide9.xml" Id="R743fb6bd61d246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55800d23344c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0df09be81a406a" /><Relationship Type="http://schemas.openxmlformats.org/officeDocument/2006/relationships/notesMaster" Target="/ppt/notesMasters/notesMaster1.xml" Id="Rf63d5acc03c24c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e67d24d28a4764" /><Relationship Type="http://schemas.openxmlformats.org/officeDocument/2006/relationships/notesMaster" Target="/ppt/notesMasters/notesMaster1.xml" Id="R9237e967d31f41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b834b4fce64be7" /><Relationship Type="http://schemas.openxmlformats.org/officeDocument/2006/relationships/notesMaster" Target="/ppt/notesMasters/notesMaster1.xml" Id="R54cef0a315f547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f8e26d455843b9" /><Relationship Type="http://schemas.openxmlformats.org/officeDocument/2006/relationships/notesMaster" Target="/ppt/notesMasters/notesMaster1.xml" Id="R25218eddc2454a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384bcd19d6416c" /><Relationship Type="http://schemas.openxmlformats.org/officeDocument/2006/relationships/notesMaster" Target="/ppt/notesMasters/notesMaster1.xml" Id="R002d0558608847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a26264bd9a4ce1" /><Relationship Type="http://schemas.openxmlformats.org/officeDocument/2006/relationships/notesMaster" Target="/ppt/notesMasters/notesMaster1.xml" Id="R14933ae8da5342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5299df00ec4779" /><Relationship Type="http://schemas.openxmlformats.org/officeDocument/2006/relationships/notesMaster" Target="/ppt/notesMasters/notesMaster1.xml" Id="R3bd541160b124e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3431238134487c" /><Relationship Type="http://schemas.openxmlformats.org/officeDocument/2006/relationships/notesMaster" Target="/ppt/notesMasters/notesMaster1.xml" Id="R00773abae3bd4e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74fa4d72e443ae" /><Relationship Type="http://schemas.openxmlformats.org/officeDocument/2006/relationships/notesMaster" Target="/ppt/notesMasters/notesMaster1.xml" Id="R45cd8caf08c44c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promise: no tunnel, no patron number, no special demo client.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deployment evidence: https://github.com/willtech3/mcp-learning/actions/runs/31299253938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useful security boundary, not a missing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 2025-11-25: https://modelcontextprotocol.io/specification/2025-11-25</a:t>
            </a:r>
          </a:p>
          <a:p xmlns:a="http://schemas.openxmlformats.org/drawingml/2006/main">
            <a:r>
              <a:t>- MCP 2026-07-28: https://modelcontextprotocol.io/specification/2026-07-28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from a visibly clean Codex or Claude Code session and show the server list before any tool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client checks in repository justfile</a:t>
            </a:r>
          </a:p>
          <a:p xmlns:a="http://schemas.openxmlformats.org/drawingml/2006/main">
            <a:r>
              <a:t>- Production deployment: https://github.com/willtech3/mcp-learning/actions/runs/31299253938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first two beats read-only. Pause at the permission gate so the audience sees the security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MCP Apps extension: https://modelcontextprotocol.io/extensions/apps</a:t>
            </a:r>
          </a:p>
          <a:p xmlns:a="http://schemas.openxmlformats.org/drawingml/2006/main">
            <a:r>
              <a:t>- App implementation: https://github.com/willtech3/mcp-learning/pull/65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title button, then click Availability and Library record. Do not invoke checkout from this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test evidence: /Users/will/.codex/visualizations/2026/08/08/019fe3ba-77ec-7c10-b677-53059db72ce9/virtual-library-e2e-audit/claude-postdeploy-detail.png</a:t>
            </a:r>
          </a:p>
          <a:p xmlns:a="http://schemas.openxmlformats.org/drawingml/2006/main">
            <a:r>
              <a:t>- Cross-client navigation fix: https://github.com/willtech3/mcp-learning/pull/68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numbers to establish reliability, then move quickly back to the live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CI and deployment: https://github.com/willtech3/mcp-learning/actions/runs/31299253938</a:t>
            </a:r>
          </a:p>
          <a:p xmlns:a="http://schemas.openxmlformats.org/drawingml/2006/main">
            <a:r>
              <a:t>- Local just prod-check run, 2026-08-09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dashboard last: it is a strong visual payoff after the patron journey.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test evidence: /Users/will/.codex/visualizations/2026/08/08/019fe3ba-77ec-7c10-b677-53059db72ce9/virtual-library-e2e-audit/chatgpt-hosted-dashboard.png</a:t>
            </a:r>
          </a:p>
          <a:p xmlns:a="http://schemas.openxmlformats.org/drawingml/2006/main">
            <a:r>
              <a:t>- Modern renderer compatibility fix: https://github.com/willtech3/mcp-learning/pull/67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prompts: 'Find Murderbot books'; 'Show Aaron Gomez’s account'; 'Can Aaron borrow The Hobbit?'.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 sequence derived from verified ChatGPT and Claude Desktop sessions, 2026-08-09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architecture promise, then return to the live client for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 revision: virtual-library-mcp-00008-tms</a:t>
            </a:r>
          </a:p>
          <a:p xmlns:a="http://schemas.openxmlformats.org/drawingml/2006/main">
            <a:r>
              <a:t>- Release PR: https://github.com/willtech3/mcp-learning/pull/68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e9822d87714d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3f84cb09e84dbd" /><Relationship Type="http://schemas.openxmlformats.org/officeDocument/2006/relationships/slideLayout" Target="/ppt/slideLayouts/slideLayout1.xml" Id="R00455c2c3f6145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455c2c3f6145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79cddafa84370" /><Relationship Type="http://schemas.openxmlformats.org/officeDocument/2006/relationships/notesSlide" Target="/ppt/notesSlides/notesSlide1.xml" Id="Raa69b1f90f2d43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0608f31dc454a" /><Relationship Type="http://schemas.openxmlformats.org/officeDocument/2006/relationships/notesSlide" Target="/ppt/notesSlides/notesSlide2.xml" Id="R2630634bb2404d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21522b6004996" /><Relationship Type="http://schemas.openxmlformats.org/officeDocument/2006/relationships/notesSlide" Target="/ppt/notesSlides/notesSlide3.xml" Id="R9be3f5fd96144b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b4e56265945b9" /><Relationship Type="http://schemas.openxmlformats.org/officeDocument/2006/relationships/notesSlide" Target="/ppt/notesSlides/notesSlide4.xml" Id="R526a4f65bbf84c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5500b2504421c" /><Relationship Type="http://schemas.openxmlformats.org/officeDocument/2006/relationships/image" Target="/ppt/media/image.jpeg" Id="Rb469b5a01fcb43e2" /><Relationship Type="http://schemas.openxmlformats.org/officeDocument/2006/relationships/notesSlide" Target="/ppt/notesSlides/notesSlide5.xml" Id="Rb5135cf37aa749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eb290c7cd46b2" /><Relationship Type="http://schemas.openxmlformats.org/officeDocument/2006/relationships/notesSlide" Target="/ppt/notesSlides/notesSlide6.xml" Id="R2d4bfc00230840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3f095b7d64578" /><Relationship Type="http://schemas.openxmlformats.org/officeDocument/2006/relationships/image" Target="/ppt/media/image2.jpeg" Id="Rb05c822175614a62" /><Relationship Type="http://schemas.openxmlformats.org/officeDocument/2006/relationships/notesSlide" Target="/ppt/notesSlides/notesSlide7.xml" Id="Rce65e4f8e9134a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1bf319c9d4dde" /><Relationship Type="http://schemas.openxmlformats.org/officeDocument/2006/relationships/notesSlide" Target="/ppt/notesSlides/notesSlide8.xml" Id="R8618334b90414c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b360513fb45ca" /><Relationship Type="http://schemas.openxmlformats.org/officeDocument/2006/relationships/notesSlide" Target="/ppt/notesSlides/notesSlide9.xml" Id="Rcc245054d2574d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3117935-49B7-471A-A040-9EA73C51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library that arrives inside the client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AF99F7F-A98C-4DC6-B813-4A4EB3C0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Fresh-session discovery · GCP-hosted · secure by default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5FCA673-1480-46EF-A154-3D98A1FE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VIRTUAL LIBRARY MCP</a:t>
            </a:r>
          </a:p>
        </p:txBody>
      </p:sp>
    </p:spTree>
    <p:extLst>
      <p:ext uri="{BB962C8B-B14F-4D97-AF65-F5344CB8AC3E}">
        <p14:creationId xmlns:p14="http://schemas.microsoft.com/office/powerpoint/2010/main" val="9643154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66871DC-CB4F-429E-872D-D87FBFF7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5E38701-D666-421E-B805-2EF0BA84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protocol supports a clean handoff — not ambient server hunting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EBF212F-E726-4F7B-8272-F52BD343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works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fresh coding-agent session reads checked-in project configuration, connects to the declared HTTPS MCP endpoint, negotiates capabilities, and asks for authorization when required.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B54CA2FB-202B-4C29-8634-74F5A54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does not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MCP does not scan a cloud account or local network for arbitrary ephemeral servers. The discoverable unit is the configured server; its tools, resources, prompts, skills, and Apps are then self-describing.</a:t>
            </a:r>
          </a:p>
        </p:txBody>
      </p:sp>
    </p:spTree>
    <p:extLst>
      <p:ext uri="{BB962C8B-B14F-4D97-AF65-F5344CB8AC3E}">
        <p14:creationId xmlns:p14="http://schemas.microsoft.com/office/powerpoint/2010/main" val="1303558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4C2D170-64CF-438B-A376-6D8E5194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1FFEFB1-2793-4018-AB0F-8FF4ADC6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fresh agent reaches the GCP library in three steps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8B6511F-29ED-4A88-9661-50F18716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5F971ED-DE50-4D4B-90EC-50B053EE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F117071-433D-4769-BBFE-CFB12D31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F631C9B-7E6F-4BD3-8A7D-40D5C4B1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· OPEN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E56A3CA-4635-4546-88BF-052CBF4B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· AUTHORIZE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31DD2BD-037C-4DE4-8DF2-4B4B1E4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· USE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BF3B67F-066A-4FED-B244-51428F3E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Secure connector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client connects directly to the HTTPS Cloud Run endpoint and performs the supported OAuth flow.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C013EDF-9977-4AD9-8FF1-A67D13B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Fresh repo session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project config exposes the Virtual Library MCP without changing the developer’s personal agent settings.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C428A899-862C-438A-B430-455ACFBE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Self-described library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agent discovers read-only Apps, catalog tools, patron-safe lookup, and explicit mutation tools.</a:t>
            </a:r>
          </a:p>
        </p:txBody>
      </p:sp>
    </p:spTree>
    <p:extLst>
      <p:ext uri="{BB962C8B-B14F-4D97-AF65-F5344CB8AC3E}">
        <p14:creationId xmlns:p14="http://schemas.microsoft.com/office/powerpoint/2010/main" val="13354493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1C93BFC-0612-407C-BA3E-724615DE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1231573-B402-4D1B-B7C8-B69A3B87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Exploration becomes action only after explicit consent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5739B85-FB77-490B-A6CA-20061F50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6037A5C-C78D-4907-AF21-707C5CEC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2D719F7-6436-4DA6-B261-6EB5EFB9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10BED754-E006-4130-AC87-88290F96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13314A2F-B6A8-4F67-9A72-52B9708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Explore the collection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Ask for Murderbot, Dune, or a genre. Open a title, check copies, and inspect its shelf record inside the MCP App.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B597E9B1-CE33-4B61-8F32-E3428B91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7D0A5071-7CAE-4C34-8D49-88A1EE15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Find the patron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a name, email, or phone digits. Contact hints stay masked; a card number is never required.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0D32F4D-7ECE-4252-A14F-F55AA756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05E995FA-5203-4DDA-9A50-BBB897D6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Preflight first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checkout readiness read-only. Only then request a checkout, where the client’s permission gate makes the mutation explicit.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57A5FC96-B9B2-4DD5-8538-DDF9959A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IDENTIFY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3172BF6F-A326-43B8-8D4F-1748446C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BROWSE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178ADDEA-21B2-45B1-982A-865C34B9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</a:t>
            </a:r>
          </a:p>
        </p:txBody>
      </p:sp>
    </p:spTree>
    <p:extLst>
      <p:ext uri="{BB962C8B-B14F-4D97-AF65-F5344CB8AC3E}">
        <p14:creationId xmlns:p14="http://schemas.microsoft.com/office/powerpoint/2010/main" val="5569172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CD8A1DA-D580-45C0-B269-5EFA5443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B78E8F2-3E4D-4481-A162-7CB7AFA0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Claude renders the live library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37424D8B-42B1-446E-9A68-510C8D10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9b5a01fcb43e2"/>
          <a:srcRect xmlns:a="http://schemas.openxmlformats.org/drawingml/2006/main" l="23830" t="0" r="23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8A98E0CD-772C-4D16-B879-4D1AE689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tool call, multiple screens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hosted catalog opens inside Claude Desktop. Explicit title controls work across clients; Summary, Availability, and Library record tabs expose a realistic shelf experience without leaving the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320357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4764C79-7D11-4600-8839-FA1DD763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B1F1C52-B1C2-47D1-83C0-3DBF2FC7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1D4292BF-B7C0-4EE7-B77B-9880FB27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7615B60-D02F-4E63-89C9-59BC95D4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B5F42F42-E24A-4447-A0DD-63110890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demo is backed by gates, not hope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C6567C7-335B-4CB7-BA2E-D54B0825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tests passed · 85% coverage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62516EB-3504-44BB-A35E-61C0E4C9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known dependency vulnerabilities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53665D0-7321-4458-B74F-4EFA7E5A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traffic on revision 00008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85D87FDD-FE05-414A-A98B-34BFBC05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662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25FF31F-77E4-48D5-ABFF-99649A24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100%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01A130A-F172-426F-B502-ADD7BBE9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FE9426A-8983-4A8A-8009-2367CE79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confidence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merge SHA passed local and hosted validation before Cloud Run moved all traffic to the new revision.</a:t>
            </a:r>
          </a:p>
        </p:txBody>
      </p:sp>
    </p:spTree>
    <p:extLst>
      <p:ext uri="{BB962C8B-B14F-4D97-AF65-F5344CB8AC3E}">
        <p14:creationId xmlns:p14="http://schemas.microsoft.com/office/powerpoint/2010/main" val="19795293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430BED8-D22F-4C87-8FC4-569AAA03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DE4C536-D2B3-4D95-8D55-8AA215A4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ChatGPT renders Library Pulse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351B79D-89AB-4130-9288-6971A07B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c822175614a62"/>
          <a:srcRect xmlns:a="http://schemas.openxmlformats.org/drawingml/2006/main" l="28765" t="0" r="287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835BDDB5-F236-436B-B093-A63A6C54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 Apps, one library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Browse catalog, checkout readiness, patron account, reading recommendations, and the circulation dashboard all render from the same GCP MCP server. The client changes; the library contract does not.</a:t>
            </a:r>
          </a:p>
        </p:txBody>
      </p:sp>
    </p:spTree>
    <p:extLst>
      <p:ext uri="{BB962C8B-B14F-4D97-AF65-F5344CB8AC3E}">
        <p14:creationId xmlns:p14="http://schemas.microsoft.com/office/powerpoint/2010/main" val="21267430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981FC9A-6B1B-4A2E-B084-CB542CFE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063E099-8252-4B9C-B1DE-24307DF5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the demo as one secure patron journey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FB7AF0-B69B-4386-B00A-AC2A38DA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CF7E3FD-3DA0-4615-991A-3244CC1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85F24EB-9D41-47A8-8039-56540C02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373701E-588B-4DD5-803D-388AAA87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 THE STAKES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72DC481-3B1C-43D3-B2C2-81C6F2AF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SHOW THE MAGIC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CDE3237-0939-46F4-81CD-4580C2B9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PROVE THE GUARDRAILS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9B238E7-2125-4968-9EBF-0CDA083D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Patron journey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Browse a title, find Aaron Gomez without a card number, then render checkout readiness.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C2037D4-8835-46CA-8758-061FC130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Fresh session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Show project-scoped discovery and the owned GCP endpoint before the model knows the library.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33C7B5F-9F18-4F04-8BF8-F8590798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Stop at consent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Call out masked identity, read-only hints, the permission prompt, idempotent retries, and the green production gate.</a:t>
            </a:r>
          </a:p>
        </p:txBody>
      </p:sp>
    </p:spTree>
    <p:extLst>
      <p:ext uri="{BB962C8B-B14F-4D97-AF65-F5344CB8AC3E}">
        <p14:creationId xmlns:p14="http://schemas.microsoft.com/office/powerpoint/2010/main" val="12907913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1ABA079-506D-4DB7-9F45-DC522C5F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 tenant. Secure by default.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EA9506C-1BD9-47EC-B36E-A6B14B17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Fresh-session discovery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protocol eras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 native MCP Apps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015AED3-3D27-4537-B5F8-D4AB7920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DEMO READY</a:t>
            </a:r>
          </a:p>
        </p:txBody>
      </p:sp>
    </p:spTree>
    <p:extLst>
      <p:ext uri="{BB962C8B-B14F-4D97-AF65-F5344CB8AC3E}">
        <p14:creationId xmlns:p14="http://schemas.microsoft.com/office/powerpoint/2010/main" val="1739214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2026-08-09T06:55:04.0760000Z</dcterms:created>
  <dcterms:modified xsi:type="dcterms:W3CDTF">2026-08-09T06:55:04.0760000Z</dcterms:modified>
</coreProperties>
</file>